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0CED-3CE0-4695-75F8-F1500747A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C3072-FEBA-ADF8-55B3-3E29431DF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CE8E5-0970-CB7D-3AE1-40048F0B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59CAF-D3AB-35AA-E171-9042C596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13AFA-A7D1-9E59-610E-176855A2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2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FC14-BF05-0E8C-3A0A-6E6D35EF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3A6B3-5529-A9BC-7516-1141BECE5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94229-CBAF-910D-BD8E-E8F75704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22F91-C39A-B352-23D9-3394C6B1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3E93-9A0B-E251-99E2-7D498594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0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A5C9-D924-AE81-A3CE-FA8A97AB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323E-4237-0E9F-470C-1F81FDB5C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05663-21EC-8954-057B-BA777CB0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22C85-6127-C4FB-D9E3-CEDDD5D5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7FE44-83E8-FEC1-4D39-474599D1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8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5A01-89F5-5A8B-CD7E-794CC899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88FFA-B817-50BE-A788-37A64B74E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CAE7C-045B-AF83-0065-7FBB1E497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B2991-C7B7-7204-1E20-15DFBCBD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E7D57-0D5C-5D8B-A62F-BA8A6480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7AA0-259A-8402-50C3-819EB215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2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F47A-FCAF-E3D5-292D-DAFA82D9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84A64-14FE-FE2C-568A-1B39E69F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8CEBA-EB50-8AA6-B27A-B08E001DA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A6E8A-A378-8906-12B5-59FB46B32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A2520-71C8-8111-D2FB-B776424CE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0E2C8D-9E1B-5289-8663-5D558952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0BCEB-1FFF-183C-8FA0-4FEC0F2A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8E509-6398-5B6F-FC60-65A6EFA6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16F1-8C9F-BC4D-3D39-01272530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2B9FD-9D54-7D32-F1CB-24F6C07B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9AF95-6F0D-5D9C-E300-B0F750E7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C86F2-2192-B530-F36D-DB4B78DF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0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A076E-6716-175B-3F90-15BF5B16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3B536-3054-D110-1518-BB3A11CE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230F-C597-0574-B3E4-7D574579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9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6922-8CB3-3FC8-7CAE-9AFDCF09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010D0-93DD-8722-3669-97A3156F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A6847-3DD3-0E7E-386A-7EBFE4031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A6326-B0A9-05E1-BA6B-EC913DFA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C3EB2-ED5E-206A-F861-47FD418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9E2BF-D628-66A9-12B9-17FA9C8C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0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0132-AA16-1E20-3C6C-218EACCE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B6EEE-11A4-CCA2-7AB7-33C8FFCA6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D2F25-17F4-6676-9A61-524983734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A96C5-C602-AC75-4BDA-18A213D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592FA-49C0-1711-142E-F1C7DE15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D0CEB-6746-1A22-77DD-293916E3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6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3604-3C8B-73FD-23E9-F4FEFE6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7AB0A-6C4B-35B7-6207-97E1D9439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9F3B0-F88C-5401-E9A3-12B3A850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58E00-E97B-5A1E-CF33-C59AAB0E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4638-FE35-A4D6-66D6-0779DB8D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9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4183B-8F54-2822-E0DD-D9AD3D085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2B728-1BE4-A257-048F-21A9C141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DE321-774B-0F28-C173-9DE6E757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D0962-094F-5BCD-2669-067EABDB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78799-896B-6BD0-12E8-686DE312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0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16FB6-DC23-A547-FBFC-EC3E02805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4C7E-760F-42C3-7790-0EEE744E9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06791-1BD6-90F4-283E-43E63EDD7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2D261-6DF9-4F30-BCD1-AD58AFE6D44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86AC8-4685-31AC-31CE-D868F1BAC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81E98-125A-02B5-FDF5-E15795193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AB407-50B4-44A7-8295-3FDB6703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7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4299213-41A1-13ED-8C56-BDF95C05E90C}"/>
              </a:ext>
            </a:extLst>
          </p:cNvPr>
          <p:cNvSpPr/>
          <p:nvPr/>
        </p:nvSpPr>
        <p:spPr>
          <a:xfrm>
            <a:off x="4611759" y="5475544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4B44BB-50E2-43A5-AAA3-A94F6C0A0D67}"/>
              </a:ext>
            </a:extLst>
          </p:cNvPr>
          <p:cNvCxnSpPr>
            <a:cxnSpLocks/>
          </p:cNvCxnSpPr>
          <p:nvPr/>
        </p:nvCxnSpPr>
        <p:spPr>
          <a:xfrm>
            <a:off x="1693628" y="936052"/>
            <a:ext cx="24649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0282AD-6916-B127-7354-06A131C4BF91}"/>
              </a:ext>
            </a:extLst>
          </p:cNvPr>
          <p:cNvCxnSpPr>
            <a:cxnSpLocks/>
          </p:cNvCxnSpPr>
          <p:nvPr/>
        </p:nvCxnSpPr>
        <p:spPr>
          <a:xfrm>
            <a:off x="4158532" y="936052"/>
            <a:ext cx="0" cy="52659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4860AC-5DA7-857A-0B7F-7A00787504EF}"/>
              </a:ext>
            </a:extLst>
          </p:cNvPr>
          <p:cNvCxnSpPr>
            <a:cxnSpLocks/>
          </p:cNvCxnSpPr>
          <p:nvPr/>
        </p:nvCxnSpPr>
        <p:spPr>
          <a:xfrm flipH="1">
            <a:off x="4158532" y="6195391"/>
            <a:ext cx="19374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68ABAB-D517-028C-789F-16AD6AEA55A3}"/>
              </a:ext>
            </a:extLst>
          </p:cNvPr>
          <p:cNvCxnSpPr>
            <a:cxnSpLocks/>
          </p:cNvCxnSpPr>
          <p:nvPr/>
        </p:nvCxnSpPr>
        <p:spPr>
          <a:xfrm flipV="1">
            <a:off x="6096000" y="936052"/>
            <a:ext cx="0" cy="52593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05794C-C3E2-47CD-C23B-5CEA073CF41A}"/>
              </a:ext>
            </a:extLst>
          </p:cNvPr>
          <p:cNvCxnSpPr>
            <a:cxnSpLocks/>
          </p:cNvCxnSpPr>
          <p:nvPr/>
        </p:nvCxnSpPr>
        <p:spPr>
          <a:xfrm>
            <a:off x="6096000" y="936052"/>
            <a:ext cx="3024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8FCEF5-6BFD-BCF1-C532-11132B111BD4}"/>
              </a:ext>
            </a:extLst>
          </p:cNvPr>
          <p:cNvSpPr txBox="1"/>
          <p:nvPr/>
        </p:nvSpPr>
        <p:spPr>
          <a:xfrm>
            <a:off x="4891377" y="5644707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FA5A6-ACCB-70FB-EA65-88FFC4399625}"/>
              </a:ext>
            </a:extLst>
          </p:cNvPr>
          <p:cNvSpPr/>
          <p:nvPr/>
        </p:nvSpPr>
        <p:spPr>
          <a:xfrm>
            <a:off x="4611759" y="4723173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1D1998-9A36-5743-2D5F-26236C3B3551}"/>
              </a:ext>
            </a:extLst>
          </p:cNvPr>
          <p:cNvSpPr txBox="1"/>
          <p:nvPr/>
        </p:nvSpPr>
        <p:spPr>
          <a:xfrm>
            <a:off x="4891377" y="4892336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312F8-718E-FA02-3413-B089914B498F}"/>
              </a:ext>
            </a:extLst>
          </p:cNvPr>
          <p:cNvSpPr/>
          <p:nvPr/>
        </p:nvSpPr>
        <p:spPr>
          <a:xfrm>
            <a:off x="4611759" y="3962380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60EF8-7FDA-4F54-B24A-6A8A275AA406}"/>
              </a:ext>
            </a:extLst>
          </p:cNvPr>
          <p:cNvSpPr txBox="1"/>
          <p:nvPr/>
        </p:nvSpPr>
        <p:spPr>
          <a:xfrm>
            <a:off x="4891377" y="4131543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305A2-44B6-5D34-0A38-E466128408CB}"/>
              </a:ext>
            </a:extLst>
          </p:cNvPr>
          <p:cNvSpPr/>
          <p:nvPr/>
        </p:nvSpPr>
        <p:spPr>
          <a:xfrm>
            <a:off x="4606460" y="3226271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353CD-584F-5EA0-B38E-FCC9F9D5CC80}"/>
              </a:ext>
            </a:extLst>
          </p:cNvPr>
          <p:cNvSpPr txBox="1"/>
          <p:nvPr/>
        </p:nvSpPr>
        <p:spPr>
          <a:xfrm>
            <a:off x="4886078" y="3395434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128ECB-ACA8-7FC4-0C74-B557213C3423}"/>
              </a:ext>
            </a:extLst>
          </p:cNvPr>
          <p:cNvSpPr/>
          <p:nvPr/>
        </p:nvSpPr>
        <p:spPr>
          <a:xfrm>
            <a:off x="4601824" y="2465478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CD100-1FE5-2BA5-32C9-60C8F0B90E5D}"/>
              </a:ext>
            </a:extLst>
          </p:cNvPr>
          <p:cNvSpPr txBox="1"/>
          <p:nvPr/>
        </p:nvSpPr>
        <p:spPr>
          <a:xfrm>
            <a:off x="4881442" y="2634641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7A6BD-6452-EBE9-CABF-C8E2F931D869}"/>
              </a:ext>
            </a:extLst>
          </p:cNvPr>
          <p:cNvSpPr/>
          <p:nvPr/>
        </p:nvSpPr>
        <p:spPr>
          <a:xfrm>
            <a:off x="4607121" y="1684503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C6F8AE-0B5C-838D-6BC4-8CF330CF0704}"/>
              </a:ext>
            </a:extLst>
          </p:cNvPr>
          <p:cNvSpPr txBox="1"/>
          <p:nvPr/>
        </p:nvSpPr>
        <p:spPr>
          <a:xfrm>
            <a:off x="4886739" y="1853666"/>
            <a:ext cx="1001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</a:t>
            </a:r>
          </a:p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D22F77-52DA-0AE2-4594-8D37E28E5F45}"/>
              </a:ext>
            </a:extLst>
          </p:cNvPr>
          <p:cNvSpPr/>
          <p:nvPr/>
        </p:nvSpPr>
        <p:spPr>
          <a:xfrm>
            <a:off x="4601824" y="936052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17C2AE-EEF3-7F5F-9D2A-A3A9D780078B}"/>
              </a:ext>
            </a:extLst>
          </p:cNvPr>
          <p:cNvSpPr txBox="1"/>
          <p:nvPr/>
        </p:nvSpPr>
        <p:spPr>
          <a:xfrm>
            <a:off x="4881442" y="1105215"/>
            <a:ext cx="100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17482F4-6AEF-C2D0-EAA7-C1D43466E34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85921" y="1287899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407245A-2780-D058-2AEC-B3920416442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604818" y="2034044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C00C2B9-A023-88E1-D1E0-CA0C8A8B581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606462" y="2782495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31E78CE-C423-C0F4-9EA7-3A76CB1FA7C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98844" y="3529063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2C5E13E-2610-C731-14B6-1544EF05E2B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91231" y="4277514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8C72F29-E169-8AC6-AC57-7217F2CF40A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83618" y="5025966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89D58A1-E399-55FF-BE39-FBF169FE9BE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87924" y="527259"/>
            <a:ext cx="5297" cy="748451"/>
          </a:xfrm>
          <a:prstGeom prst="bentConnector3">
            <a:avLst>
              <a:gd name="adj1" fmla="val -158740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B2CB6C-5B58-8416-D0DA-B2FF2FE1C84D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2796529" y="881089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408391D-D28A-B766-ABE3-041D8E8538CC}"/>
              </a:ext>
            </a:extLst>
          </p:cNvPr>
          <p:cNvSpPr/>
          <p:nvPr/>
        </p:nvSpPr>
        <p:spPr>
          <a:xfrm>
            <a:off x="4604141" y="206037"/>
            <a:ext cx="1001860" cy="707658"/>
          </a:xfrm>
          <a:prstGeom prst="rect">
            <a:avLst/>
          </a:prstGeom>
          <a:solidFill>
            <a:srgbClr val="FF0000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1EA6B9-630A-164C-17F7-CA8A435656CA}"/>
              </a:ext>
            </a:extLst>
          </p:cNvPr>
          <p:cNvSpPr txBox="1"/>
          <p:nvPr/>
        </p:nvSpPr>
        <p:spPr>
          <a:xfrm>
            <a:off x="4626335" y="407298"/>
            <a:ext cx="1001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Base Case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055213-31CC-FF76-0193-FF537EE1C891}"/>
              </a:ext>
            </a:extLst>
          </p:cNvPr>
          <p:cNvSpPr txBox="1"/>
          <p:nvPr/>
        </p:nvSpPr>
        <p:spPr>
          <a:xfrm>
            <a:off x="2434062" y="696423"/>
            <a:ext cx="36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5BB0B0-DBE7-D905-D03F-5404BD4A2A83}"/>
              </a:ext>
            </a:extLst>
          </p:cNvPr>
          <p:cNvSpPr txBox="1"/>
          <p:nvPr/>
        </p:nvSpPr>
        <p:spPr>
          <a:xfrm>
            <a:off x="2296761" y="1432285"/>
            <a:ext cx="445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2CF140-698C-1357-C592-20776471255F}"/>
              </a:ext>
            </a:extLst>
          </p:cNvPr>
          <p:cNvSpPr txBox="1"/>
          <p:nvPr/>
        </p:nvSpPr>
        <p:spPr>
          <a:xfrm>
            <a:off x="2214760" y="2184872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F7354B-4EB7-D385-D4DB-2D866D092213}"/>
              </a:ext>
            </a:extLst>
          </p:cNvPr>
          <p:cNvSpPr txBox="1"/>
          <p:nvPr/>
        </p:nvSpPr>
        <p:spPr>
          <a:xfrm>
            <a:off x="2989690" y="684297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7201C71-0B95-0679-67EB-E4F2C6BEE0ED}"/>
              </a:ext>
            </a:extLst>
          </p:cNvPr>
          <p:cNvCxnSpPr>
            <a:cxnSpLocks/>
          </p:cNvCxnSpPr>
          <p:nvPr/>
        </p:nvCxnSpPr>
        <p:spPr>
          <a:xfrm flipH="1">
            <a:off x="2796529" y="1635074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EEC5EEF-1EA8-D6C1-9328-2ECC3AEFB93E}"/>
              </a:ext>
            </a:extLst>
          </p:cNvPr>
          <p:cNvSpPr txBox="1"/>
          <p:nvPr/>
        </p:nvSpPr>
        <p:spPr>
          <a:xfrm>
            <a:off x="2989690" y="1438282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94DBB01-E13F-79F8-ABE1-8908DE63FA0D}"/>
              </a:ext>
            </a:extLst>
          </p:cNvPr>
          <p:cNvCxnSpPr>
            <a:cxnSpLocks/>
          </p:cNvCxnSpPr>
          <p:nvPr/>
        </p:nvCxnSpPr>
        <p:spPr>
          <a:xfrm flipH="1">
            <a:off x="2806060" y="2407777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152B1D9-EA51-ECC0-19C9-F1471B3376F8}"/>
              </a:ext>
            </a:extLst>
          </p:cNvPr>
          <p:cNvSpPr txBox="1"/>
          <p:nvPr/>
        </p:nvSpPr>
        <p:spPr>
          <a:xfrm>
            <a:off x="2999221" y="2210985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E0A0DDE-60D9-3FD2-10F1-AF156E372309}"/>
              </a:ext>
            </a:extLst>
          </p:cNvPr>
          <p:cNvCxnSpPr>
            <a:cxnSpLocks/>
          </p:cNvCxnSpPr>
          <p:nvPr/>
        </p:nvCxnSpPr>
        <p:spPr>
          <a:xfrm flipH="1">
            <a:off x="2806060" y="3174077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D1EA64E-9DEE-FDDD-7C97-86CF25227AD5}"/>
              </a:ext>
            </a:extLst>
          </p:cNvPr>
          <p:cNvSpPr txBox="1"/>
          <p:nvPr/>
        </p:nvSpPr>
        <p:spPr>
          <a:xfrm>
            <a:off x="2999221" y="2977285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F78D2D2-5680-4A94-2222-854D96C70A2F}"/>
              </a:ext>
            </a:extLst>
          </p:cNvPr>
          <p:cNvCxnSpPr>
            <a:cxnSpLocks/>
          </p:cNvCxnSpPr>
          <p:nvPr/>
        </p:nvCxnSpPr>
        <p:spPr>
          <a:xfrm flipH="1">
            <a:off x="2806060" y="3912951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612A07F-DFFC-0C9F-A331-4A5F2788AC99}"/>
              </a:ext>
            </a:extLst>
          </p:cNvPr>
          <p:cNvSpPr txBox="1"/>
          <p:nvPr/>
        </p:nvSpPr>
        <p:spPr>
          <a:xfrm>
            <a:off x="2999221" y="3716159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7B199FF-CC90-CE9E-E617-318A784C740F}"/>
              </a:ext>
            </a:extLst>
          </p:cNvPr>
          <p:cNvCxnSpPr>
            <a:cxnSpLocks/>
          </p:cNvCxnSpPr>
          <p:nvPr/>
        </p:nvCxnSpPr>
        <p:spPr>
          <a:xfrm flipH="1">
            <a:off x="2796529" y="4620609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3EDF236-838D-5420-4023-B1B2B188E471}"/>
              </a:ext>
            </a:extLst>
          </p:cNvPr>
          <p:cNvSpPr txBox="1"/>
          <p:nvPr/>
        </p:nvSpPr>
        <p:spPr>
          <a:xfrm>
            <a:off x="2989690" y="4423817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CCBD56-6FA9-1CA8-7EC0-A68BF5C072FD}"/>
              </a:ext>
            </a:extLst>
          </p:cNvPr>
          <p:cNvCxnSpPr>
            <a:cxnSpLocks/>
          </p:cNvCxnSpPr>
          <p:nvPr/>
        </p:nvCxnSpPr>
        <p:spPr>
          <a:xfrm flipH="1">
            <a:off x="2806060" y="5352520"/>
            <a:ext cx="9425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D3C1736-1CB3-BB3A-7045-11A9DF83C1B7}"/>
              </a:ext>
            </a:extLst>
          </p:cNvPr>
          <p:cNvSpPr txBox="1"/>
          <p:nvPr/>
        </p:nvSpPr>
        <p:spPr>
          <a:xfrm>
            <a:off x="2999221" y="5155728"/>
            <a:ext cx="5472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return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7CF611-F109-60D4-7B24-04449D1615AD}"/>
              </a:ext>
            </a:extLst>
          </p:cNvPr>
          <p:cNvSpPr txBox="1"/>
          <p:nvPr/>
        </p:nvSpPr>
        <p:spPr>
          <a:xfrm>
            <a:off x="2214760" y="2988470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4B7560-4F2D-7A1C-0B66-01A110AB9124}"/>
              </a:ext>
            </a:extLst>
          </p:cNvPr>
          <p:cNvSpPr txBox="1"/>
          <p:nvPr/>
        </p:nvSpPr>
        <p:spPr>
          <a:xfrm>
            <a:off x="2204414" y="3728285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C4590F-BA43-FF5F-67A6-C46240256186}"/>
              </a:ext>
            </a:extLst>
          </p:cNvPr>
          <p:cNvSpPr txBox="1"/>
          <p:nvPr/>
        </p:nvSpPr>
        <p:spPr>
          <a:xfrm>
            <a:off x="2174960" y="4423817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274141-A981-95AB-D9DD-DA355CB83BED}"/>
              </a:ext>
            </a:extLst>
          </p:cNvPr>
          <p:cNvSpPr txBox="1"/>
          <p:nvPr/>
        </p:nvSpPr>
        <p:spPr>
          <a:xfrm>
            <a:off x="2173609" y="5161770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297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A0961A9-C671-6C6B-80FA-0420DCA448D4}"/>
              </a:ext>
            </a:extLst>
          </p:cNvPr>
          <p:cNvCxnSpPr>
            <a:cxnSpLocks/>
          </p:cNvCxnSpPr>
          <p:nvPr/>
        </p:nvCxnSpPr>
        <p:spPr>
          <a:xfrm>
            <a:off x="5628197" y="5829373"/>
            <a:ext cx="2179984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67843DD-CD50-EC45-18A1-E5DD192E201E}"/>
              </a:ext>
            </a:extLst>
          </p:cNvPr>
          <p:cNvSpPr txBox="1"/>
          <p:nvPr/>
        </p:nvSpPr>
        <p:spPr>
          <a:xfrm>
            <a:off x="6308697" y="5583152"/>
            <a:ext cx="11005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Function return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9CA085-A35F-8582-310E-603028AF2D3E}"/>
              </a:ext>
            </a:extLst>
          </p:cNvPr>
          <p:cNvSpPr txBox="1"/>
          <p:nvPr/>
        </p:nvSpPr>
        <p:spPr>
          <a:xfrm>
            <a:off x="7813387" y="5646471"/>
            <a:ext cx="5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39CC3F3-494E-BC5D-9DCC-97196418AE6A}"/>
              </a:ext>
            </a:extLst>
          </p:cNvPr>
          <p:cNvSpPr txBox="1"/>
          <p:nvPr/>
        </p:nvSpPr>
        <p:spPr>
          <a:xfrm>
            <a:off x="6479643" y="4300706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2748284-F4A4-BC3E-5427-1A240E5936B6}"/>
              </a:ext>
            </a:extLst>
          </p:cNvPr>
          <p:cNvCxnSpPr>
            <a:cxnSpLocks/>
          </p:cNvCxnSpPr>
          <p:nvPr/>
        </p:nvCxnSpPr>
        <p:spPr>
          <a:xfrm flipV="1">
            <a:off x="5613619" y="4423817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701E886-D430-0959-27F8-79A3FB26C50B}"/>
              </a:ext>
            </a:extLst>
          </p:cNvPr>
          <p:cNvSpPr txBox="1"/>
          <p:nvPr/>
        </p:nvSpPr>
        <p:spPr>
          <a:xfrm>
            <a:off x="6512774" y="3571526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9F2AC92-9713-A911-0F00-B2CE9E3878A3}"/>
              </a:ext>
            </a:extLst>
          </p:cNvPr>
          <p:cNvCxnSpPr>
            <a:cxnSpLocks/>
          </p:cNvCxnSpPr>
          <p:nvPr/>
        </p:nvCxnSpPr>
        <p:spPr>
          <a:xfrm flipV="1">
            <a:off x="5646750" y="3694637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CAA5386-EC5D-35F1-E7E1-4E726E1A0BFF}"/>
              </a:ext>
            </a:extLst>
          </p:cNvPr>
          <p:cNvSpPr txBox="1"/>
          <p:nvPr/>
        </p:nvSpPr>
        <p:spPr>
          <a:xfrm>
            <a:off x="6512774" y="2809747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A6888A0-6C98-1C29-1E1E-C188604F06F0}"/>
              </a:ext>
            </a:extLst>
          </p:cNvPr>
          <p:cNvCxnSpPr>
            <a:cxnSpLocks/>
          </p:cNvCxnSpPr>
          <p:nvPr/>
        </p:nvCxnSpPr>
        <p:spPr>
          <a:xfrm flipV="1">
            <a:off x="5646750" y="2932858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7E46738-19D0-FAA4-7B37-9753303A9388}"/>
              </a:ext>
            </a:extLst>
          </p:cNvPr>
          <p:cNvSpPr txBox="1"/>
          <p:nvPr/>
        </p:nvSpPr>
        <p:spPr>
          <a:xfrm>
            <a:off x="6494221" y="2038801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2FF23BC-8362-3D8E-6A57-DBC284ED3D91}"/>
              </a:ext>
            </a:extLst>
          </p:cNvPr>
          <p:cNvCxnSpPr>
            <a:cxnSpLocks/>
          </p:cNvCxnSpPr>
          <p:nvPr/>
        </p:nvCxnSpPr>
        <p:spPr>
          <a:xfrm flipV="1">
            <a:off x="5628197" y="2161912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D875172-A560-8969-49F8-E0F8AC4E50BF}"/>
              </a:ext>
            </a:extLst>
          </p:cNvPr>
          <p:cNvSpPr txBox="1"/>
          <p:nvPr/>
        </p:nvSpPr>
        <p:spPr>
          <a:xfrm>
            <a:off x="6485611" y="1308819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5F9322C-6B96-5DC1-2A7F-1AEA2F627560}"/>
              </a:ext>
            </a:extLst>
          </p:cNvPr>
          <p:cNvCxnSpPr>
            <a:cxnSpLocks/>
          </p:cNvCxnSpPr>
          <p:nvPr/>
        </p:nvCxnSpPr>
        <p:spPr>
          <a:xfrm flipV="1">
            <a:off x="5619587" y="1431930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CDCA7AE-8E93-BCC5-D94D-30A7A08B47BF}"/>
              </a:ext>
            </a:extLst>
          </p:cNvPr>
          <p:cNvSpPr txBox="1"/>
          <p:nvPr/>
        </p:nvSpPr>
        <p:spPr>
          <a:xfrm>
            <a:off x="6485611" y="603107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8E76BB3-61F0-7ED6-B29F-460125336E68}"/>
              </a:ext>
            </a:extLst>
          </p:cNvPr>
          <p:cNvCxnSpPr>
            <a:cxnSpLocks/>
          </p:cNvCxnSpPr>
          <p:nvPr/>
        </p:nvCxnSpPr>
        <p:spPr>
          <a:xfrm flipV="1">
            <a:off x="5619587" y="726218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4E2F122-3AC6-534B-738F-183E251F2E07}"/>
              </a:ext>
            </a:extLst>
          </p:cNvPr>
          <p:cNvSpPr txBox="1"/>
          <p:nvPr/>
        </p:nvSpPr>
        <p:spPr>
          <a:xfrm>
            <a:off x="6501514" y="-40688"/>
            <a:ext cx="1177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Remove from stack after return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50E2B4E-46CA-EAD6-F17E-333F8A57E42C}"/>
              </a:ext>
            </a:extLst>
          </p:cNvPr>
          <p:cNvCxnSpPr>
            <a:cxnSpLocks/>
          </p:cNvCxnSpPr>
          <p:nvPr/>
        </p:nvCxnSpPr>
        <p:spPr>
          <a:xfrm flipV="1">
            <a:off x="5635490" y="82423"/>
            <a:ext cx="898499" cy="65318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6EEE81E-8987-7D06-F5DF-50A04E77F03B}"/>
              </a:ext>
            </a:extLst>
          </p:cNvPr>
          <p:cNvSpPr txBox="1"/>
          <p:nvPr/>
        </p:nvSpPr>
        <p:spPr>
          <a:xfrm>
            <a:off x="3748648" y="310712"/>
            <a:ext cx="1001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Array.length</a:t>
            </a:r>
            <a:endParaRPr lang="en-US" sz="1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A34F85D-5536-1445-10A8-D121C409E7DF}"/>
              </a:ext>
            </a:extLst>
          </p:cNvPr>
          <p:cNvSpPr txBox="1"/>
          <p:nvPr/>
        </p:nvSpPr>
        <p:spPr>
          <a:xfrm>
            <a:off x="8311441" y="2501832"/>
            <a:ext cx="2250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Stack pictorial for </a:t>
            </a:r>
            <a:r>
              <a:rPr lang="en-US" dirty="0" err="1"/>
              <a:t>RecursiveSum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615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CF56-38EB-AE8E-FC14-AE3590027246}"/>
              </a:ext>
            </a:extLst>
          </p:cNvPr>
          <p:cNvSpPr/>
          <p:nvPr/>
        </p:nvSpPr>
        <p:spPr>
          <a:xfrm>
            <a:off x="2735249" y="1184744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49C51-5BB3-BFB1-FB95-0BE2E260656C}"/>
              </a:ext>
            </a:extLst>
          </p:cNvPr>
          <p:cNvSpPr/>
          <p:nvPr/>
        </p:nvSpPr>
        <p:spPr>
          <a:xfrm>
            <a:off x="3705308" y="1184743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AF821-D2ED-D783-3EAD-1066A329590C}"/>
              </a:ext>
            </a:extLst>
          </p:cNvPr>
          <p:cNvSpPr/>
          <p:nvPr/>
        </p:nvSpPr>
        <p:spPr>
          <a:xfrm>
            <a:off x="4675367" y="1184742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1D4E3-E6B9-5485-EF22-539D3D80021F}"/>
              </a:ext>
            </a:extLst>
          </p:cNvPr>
          <p:cNvSpPr/>
          <p:nvPr/>
        </p:nvSpPr>
        <p:spPr>
          <a:xfrm>
            <a:off x="5645426" y="1184741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4A18B-B290-9625-C7DB-EB74262DC6C2}"/>
              </a:ext>
            </a:extLst>
          </p:cNvPr>
          <p:cNvSpPr/>
          <p:nvPr/>
        </p:nvSpPr>
        <p:spPr>
          <a:xfrm>
            <a:off x="6615485" y="118474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6D72B-4B21-8A54-9669-5606A7270A27}"/>
              </a:ext>
            </a:extLst>
          </p:cNvPr>
          <p:cNvSpPr/>
          <p:nvPr/>
        </p:nvSpPr>
        <p:spPr>
          <a:xfrm>
            <a:off x="7585544" y="1184739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3FB35-0D13-0E7C-539D-9BB9864A449E}"/>
              </a:ext>
            </a:extLst>
          </p:cNvPr>
          <p:cNvSpPr/>
          <p:nvPr/>
        </p:nvSpPr>
        <p:spPr>
          <a:xfrm>
            <a:off x="2735249" y="1971922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7FF34-A77F-34E0-6990-38DA5B247D92}"/>
              </a:ext>
            </a:extLst>
          </p:cNvPr>
          <p:cNvSpPr/>
          <p:nvPr/>
        </p:nvSpPr>
        <p:spPr>
          <a:xfrm>
            <a:off x="3705308" y="1971921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969794-F176-D8CD-7164-0DF72F8D16D9}"/>
              </a:ext>
            </a:extLst>
          </p:cNvPr>
          <p:cNvSpPr/>
          <p:nvPr/>
        </p:nvSpPr>
        <p:spPr>
          <a:xfrm>
            <a:off x="4675367" y="197192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8CD54-4800-ECF8-BCFD-129E88276C5A}"/>
              </a:ext>
            </a:extLst>
          </p:cNvPr>
          <p:cNvSpPr/>
          <p:nvPr/>
        </p:nvSpPr>
        <p:spPr>
          <a:xfrm>
            <a:off x="5645426" y="1971919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ED323-259D-4169-FD91-7D810D278DE9}"/>
              </a:ext>
            </a:extLst>
          </p:cNvPr>
          <p:cNvSpPr/>
          <p:nvPr/>
        </p:nvSpPr>
        <p:spPr>
          <a:xfrm>
            <a:off x="6615485" y="1971918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1DCA4B-0E18-1832-4733-9E342D00C5D9}"/>
              </a:ext>
            </a:extLst>
          </p:cNvPr>
          <p:cNvSpPr/>
          <p:nvPr/>
        </p:nvSpPr>
        <p:spPr>
          <a:xfrm>
            <a:off x="7585544" y="1971917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D23A3C-EA3A-7DB6-8B0A-A9EC7C8C2FF4}"/>
              </a:ext>
            </a:extLst>
          </p:cNvPr>
          <p:cNvSpPr/>
          <p:nvPr/>
        </p:nvSpPr>
        <p:spPr>
          <a:xfrm>
            <a:off x="2735249" y="2759101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EFA0A8-0E77-0119-04AF-D0C5F25D6B98}"/>
              </a:ext>
            </a:extLst>
          </p:cNvPr>
          <p:cNvSpPr/>
          <p:nvPr/>
        </p:nvSpPr>
        <p:spPr>
          <a:xfrm>
            <a:off x="3705308" y="275910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4ECA2F-7D9B-A02A-87BE-6B9829BF2B9A}"/>
              </a:ext>
            </a:extLst>
          </p:cNvPr>
          <p:cNvSpPr/>
          <p:nvPr/>
        </p:nvSpPr>
        <p:spPr>
          <a:xfrm>
            <a:off x="4675367" y="2759099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7E37C3-FF1B-6B54-C14D-F892CDA08A4D}"/>
              </a:ext>
            </a:extLst>
          </p:cNvPr>
          <p:cNvSpPr/>
          <p:nvPr/>
        </p:nvSpPr>
        <p:spPr>
          <a:xfrm>
            <a:off x="5645426" y="2759098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33131-D3A7-3D81-FB31-A14FA94B611C}"/>
              </a:ext>
            </a:extLst>
          </p:cNvPr>
          <p:cNvSpPr/>
          <p:nvPr/>
        </p:nvSpPr>
        <p:spPr>
          <a:xfrm>
            <a:off x="6615485" y="2759097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52277E-E415-491A-2E4D-8EF5442D4013}"/>
              </a:ext>
            </a:extLst>
          </p:cNvPr>
          <p:cNvSpPr/>
          <p:nvPr/>
        </p:nvSpPr>
        <p:spPr>
          <a:xfrm>
            <a:off x="7585544" y="2759096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23790-EE10-6B33-77E9-AC4E5E3BD940}"/>
              </a:ext>
            </a:extLst>
          </p:cNvPr>
          <p:cNvSpPr/>
          <p:nvPr/>
        </p:nvSpPr>
        <p:spPr>
          <a:xfrm>
            <a:off x="5645425" y="1184739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94DB0-08C5-DB99-C9AE-8796A01CCEB5}"/>
              </a:ext>
            </a:extLst>
          </p:cNvPr>
          <p:cNvSpPr/>
          <p:nvPr/>
        </p:nvSpPr>
        <p:spPr>
          <a:xfrm>
            <a:off x="6615484" y="1184738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AB850-87A6-E73F-0D80-23CFE1B78BA2}"/>
              </a:ext>
            </a:extLst>
          </p:cNvPr>
          <p:cNvSpPr txBox="1"/>
          <p:nvPr/>
        </p:nvSpPr>
        <p:spPr>
          <a:xfrm>
            <a:off x="3705307" y="139366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CCB48A-3CBB-5CE3-2542-90C6F4F950DA}"/>
              </a:ext>
            </a:extLst>
          </p:cNvPr>
          <p:cNvSpPr txBox="1"/>
          <p:nvPr/>
        </p:nvSpPr>
        <p:spPr>
          <a:xfrm>
            <a:off x="4675366" y="139366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389FF8-6F06-49C4-D163-87442791296D}"/>
              </a:ext>
            </a:extLst>
          </p:cNvPr>
          <p:cNvSpPr txBox="1"/>
          <p:nvPr/>
        </p:nvSpPr>
        <p:spPr>
          <a:xfrm>
            <a:off x="5645424" y="139366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31BAF9-F008-D0BD-E9B8-422514946D25}"/>
              </a:ext>
            </a:extLst>
          </p:cNvPr>
          <p:cNvSpPr txBox="1"/>
          <p:nvPr/>
        </p:nvSpPr>
        <p:spPr>
          <a:xfrm>
            <a:off x="6615483" y="139366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6C8193-B1C4-6C5A-605B-4EC33FD99F56}"/>
              </a:ext>
            </a:extLst>
          </p:cNvPr>
          <p:cNvSpPr txBox="1"/>
          <p:nvPr/>
        </p:nvSpPr>
        <p:spPr>
          <a:xfrm>
            <a:off x="4675366" y="710946"/>
            <a:ext cx="194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Array = {0,1,2,3}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E77EEB-2CB3-B36C-DC9C-FFD773CCF1D8}"/>
              </a:ext>
            </a:extLst>
          </p:cNvPr>
          <p:cNvSpPr txBox="1"/>
          <p:nvPr/>
        </p:nvSpPr>
        <p:spPr>
          <a:xfrm>
            <a:off x="8937266" y="2075290"/>
            <a:ext cx="1876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Storage Array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C107B6-0CD4-0428-21A3-490513224DA5}"/>
              </a:ext>
            </a:extLst>
          </p:cNvPr>
          <p:cNvSpPr/>
          <p:nvPr/>
        </p:nvSpPr>
        <p:spPr>
          <a:xfrm>
            <a:off x="2735248" y="4260985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DBBB6-B881-DD33-F05D-FB481E11A1A7}"/>
              </a:ext>
            </a:extLst>
          </p:cNvPr>
          <p:cNvSpPr/>
          <p:nvPr/>
        </p:nvSpPr>
        <p:spPr>
          <a:xfrm>
            <a:off x="3705305" y="4260978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37DCF0-3C26-1EA2-93BC-54F3A0504034}"/>
              </a:ext>
            </a:extLst>
          </p:cNvPr>
          <p:cNvSpPr/>
          <p:nvPr/>
        </p:nvSpPr>
        <p:spPr>
          <a:xfrm>
            <a:off x="5645425" y="4260982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1F1309-5691-5636-8301-A05494946216}"/>
              </a:ext>
            </a:extLst>
          </p:cNvPr>
          <p:cNvSpPr/>
          <p:nvPr/>
        </p:nvSpPr>
        <p:spPr>
          <a:xfrm>
            <a:off x="6615484" y="4260981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6514E4-725B-378F-EC79-ADB5DD96D4B2}"/>
              </a:ext>
            </a:extLst>
          </p:cNvPr>
          <p:cNvSpPr/>
          <p:nvPr/>
        </p:nvSpPr>
        <p:spPr>
          <a:xfrm>
            <a:off x="7585543" y="426098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F33513-08B8-F255-99E0-4E4CF59FEA32}"/>
              </a:ext>
            </a:extLst>
          </p:cNvPr>
          <p:cNvSpPr/>
          <p:nvPr/>
        </p:nvSpPr>
        <p:spPr>
          <a:xfrm>
            <a:off x="2735248" y="5048163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9BADFC-3AC8-20A3-6FE2-03037B0CC9F2}"/>
              </a:ext>
            </a:extLst>
          </p:cNvPr>
          <p:cNvSpPr/>
          <p:nvPr/>
        </p:nvSpPr>
        <p:spPr>
          <a:xfrm>
            <a:off x="3705307" y="5048162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416BFF-A97A-251F-D3FA-6A9269F39A9A}"/>
              </a:ext>
            </a:extLst>
          </p:cNvPr>
          <p:cNvSpPr/>
          <p:nvPr/>
        </p:nvSpPr>
        <p:spPr>
          <a:xfrm>
            <a:off x="4675366" y="5048161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449E84F-86E2-94A5-C7F0-43AAC5A20E19}"/>
              </a:ext>
            </a:extLst>
          </p:cNvPr>
          <p:cNvSpPr/>
          <p:nvPr/>
        </p:nvSpPr>
        <p:spPr>
          <a:xfrm>
            <a:off x="5645425" y="504816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50F039-01EA-2CD8-FA93-31FB364DA3BF}"/>
              </a:ext>
            </a:extLst>
          </p:cNvPr>
          <p:cNvSpPr/>
          <p:nvPr/>
        </p:nvSpPr>
        <p:spPr>
          <a:xfrm>
            <a:off x="6615484" y="5048159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FA4C7F-D900-4EE0-5089-B55124204542}"/>
              </a:ext>
            </a:extLst>
          </p:cNvPr>
          <p:cNvSpPr/>
          <p:nvPr/>
        </p:nvSpPr>
        <p:spPr>
          <a:xfrm>
            <a:off x="7585543" y="5048158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163C92-B75E-2F10-24F1-A7B00237570E}"/>
              </a:ext>
            </a:extLst>
          </p:cNvPr>
          <p:cNvSpPr/>
          <p:nvPr/>
        </p:nvSpPr>
        <p:spPr>
          <a:xfrm>
            <a:off x="2735248" y="5835342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0EC3D-DBC3-A6D7-7C69-94DF0A45481B}"/>
              </a:ext>
            </a:extLst>
          </p:cNvPr>
          <p:cNvSpPr/>
          <p:nvPr/>
        </p:nvSpPr>
        <p:spPr>
          <a:xfrm>
            <a:off x="4675366" y="5835340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9AB0C0-B2CF-9CF7-2F94-A62E2BCF3C1B}"/>
              </a:ext>
            </a:extLst>
          </p:cNvPr>
          <p:cNvSpPr/>
          <p:nvPr/>
        </p:nvSpPr>
        <p:spPr>
          <a:xfrm>
            <a:off x="5645425" y="5835339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7014DA2-6079-C186-54F2-E71ACFA5A8B1}"/>
              </a:ext>
            </a:extLst>
          </p:cNvPr>
          <p:cNvSpPr/>
          <p:nvPr/>
        </p:nvSpPr>
        <p:spPr>
          <a:xfrm>
            <a:off x="6615484" y="5835338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00E534-ED7E-8116-877A-67D370D05006}"/>
              </a:ext>
            </a:extLst>
          </p:cNvPr>
          <p:cNvSpPr/>
          <p:nvPr/>
        </p:nvSpPr>
        <p:spPr>
          <a:xfrm>
            <a:off x="7585543" y="5835337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8FF2F7-6FC1-BAD4-24D8-BA81AE26D696}"/>
              </a:ext>
            </a:extLst>
          </p:cNvPr>
          <p:cNvSpPr/>
          <p:nvPr/>
        </p:nvSpPr>
        <p:spPr>
          <a:xfrm>
            <a:off x="6615483" y="5048146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EA67F8-601E-D1B1-FAEE-CAA37839D7C2}"/>
              </a:ext>
            </a:extLst>
          </p:cNvPr>
          <p:cNvSpPr txBox="1"/>
          <p:nvPr/>
        </p:nvSpPr>
        <p:spPr>
          <a:xfrm>
            <a:off x="3705304" y="446990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Head 0</a:t>
            </a:r>
            <a:r>
              <a:rPr lang="en-US" dirty="0"/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CCBACB-D8EB-F307-3FBD-A15394FC3193}"/>
              </a:ext>
            </a:extLst>
          </p:cNvPr>
          <p:cNvSpPr txBox="1"/>
          <p:nvPr/>
        </p:nvSpPr>
        <p:spPr>
          <a:xfrm>
            <a:off x="6615482" y="5257068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7E0F36-E96C-34EF-26A8-D1BF14DBCEEE}"/>
              </a:ext>
            </a:extLst>
          </p:cNvPr>
          <p:cNvSpPr txBox="1"/>
          <p:nvPr/>
        </p:nvSpPr>
        <p:spPr>
          <a:xfrm>
            <a:off x="4508385" y="3787187"/>
            <a:ext cx="227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 list = {0,1,2,3}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9CA5E9-A799-3CB5-E71F-C4AB1EC023D7}"/>
              </a:ext>
            </a:extLst>
          </p:cNvPr>
          <p:cNvSpPr txBox="1"/>
          <p:nvPr/>
        </p:nvSpPr>
        <p:spPr>
          <a:xfrm>
            <a:off x="8937265" y="5151531"/>
            <a:ext cx="1876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Storage Linked List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55D9AC-5999-BF2F-D755-603750EA0835}"/>
              </a:ext>
            </a:extLst>
          </p:cNvPr>
          <p:cNvSpPr/>
          <p:nvPr/>
        </p:nvSpPr>
        <p:spPr>
          <a:xfrm>
            <a:off x="7585541" y="4260967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556930-7562-B9EE-A42C-6210125210EA}"/>
              </a:ext>
            </a:extLst>
          </p:cNvPr>
          <p:cNvSpPr txBox="1"/>
          <p:nvPr/>
        </p:nvSpPr>
        <p:spPr>
          <a:xfrm>
            <a:off x="7707261" y="4469901"/>
            <a:ext cx="97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Tail 3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DE31A7E-CDA6-BA87-3FC8-C3BD59C1DF48}"/>
              </a:ext>
            </a:extLst>
          </p:cNvPr>
          <p:cNvSpPr/>
          <p:nvPr/>
        </p:nvSpPr>
        <p:spPr>
          <a:xfrm>
            <a:off x="3705305" y="5835337"/>
            <a:ext cx="970059" cy="7871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FBBE5F-3823-19CE-AB89-3949BCF2DB3F}"/>
              </a:ext>
            </a:extLst>
          </p:cNvPr>
          <p:cNvSpPr txBox="1"/>
          <p:nvPr/>
        </p:nvSpPr>
        <p:spPr>
          <a:xfrm>
            <a:off x="3835131" y="6101222"/>
            <a:ext cx="105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Node1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6907F06-D918-7836-B770-3A1153B11144}"/>
              </a:ext>
            </a:extLst>
          </p:cNvPr>
          <p:cNvSpPr/>
          <p:nvPr/>
        </p:nvSpPr>
        <p:spPr>
          <a:xfrm>
            <a:off x="4683323" y="4260978"/>
            <a:ext cx="970059" cy="78717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6F37B47-C206-3210-2F45-EF70E1698964}"/>
              </a:ext>
            </a:extLst>
          </p:cNvPr>
          <p:cNvCxnSpPr>
            <a:stCxn id="37" idx="0"/>
            <a:endCxn id="37" idx="2"/>
          </p:cNvCxnSpPr>
          <p:nvPr/>
        </p:nvCxnSpPr>
        <p:spPr>
          <a:xfrm>
            <a:off x="4190337" y="5048162"/>
            <a:ext cx="0" cy="787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FEE4E6C-3A63-70B5-42C7-7ABBDA33F3C8}"/>
              </a:ext>
            </a:extLst>
          </p:cNvPr>
          <p:cNvSpPr txBox="1"/>
          <p:nvPr/>
        </p:nvSpPr>
        <p:spPr>
          <a:xfrm rot="20262203">
            <a:off x="5016313" y="5608777"/>
            <a:ext cx="12582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Current = </a:t>
            </a:r>
            <a:r>
              <a:rPr lang="en-US" sz="800" dirty="0" err="1"/>
              <a:t>current.next</a:t>
            </a:r>
            <a:endParaRPr 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58D343-AF89-D97A-A73F-C205572C1AC2}"/>
              </a:ext>
            </a:extLst>
          </p:cNvPr>
          <p:cNvSpPr txBox="1"/>
          <p:nvPr/>
        </p:nvSpPr>
        <p:spPr>
          <a:xfrm rot="5400000">
            <a:off x="3784145" y="5356617"/>
            <a:ext cx="10899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Current = </a:t>
            </a:r>
            <a:r>
              <a:rPr lang="en-US" sz="800" dirty="0" err="1"/>
              <a:t>head.next</a:t>
            </a:r>
            <a:endParaRPr lang="en-US" sz="8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B44BE7B-E87C-0812-2C7E-88E3034626E9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4675363" y="5441734"/>
            <a:ext cx="1940119" cy="751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C880066-4BB8-DD8B-2369-B244423A8B78}"/>
              </a:ext>
            </a:extLst>
          </p:cNvPr>
          <p:cNvSpPr txBox="1"/>
          <p:nvPr/>
        </p:nvSpPr>
        <p:spPr>
          <a:xfrm rot="18909516">
            <a:off x="7380728" y="5190604"/>
            <a:ext cx="12582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Current.next</a:t>
            </a:r>
            <a:r>
              <a:rPr lang="en-US" sz="800" dirty="0"/>
              <a:t> = Tail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4025CB8-D51C-DE8D-F86F-8A6AAFEB39E3}"/>
              </a:ext>
            </a:extLst>
          </p:cNvPr>
          <p:cNvCxnSpPr>
            <a:cxnSpLocks/>
            <a:endCxn id="41" idx="0"/>
          </p:cNvCxnSpPr>
          <p:nvPr/>
        </p:nvCxnSpPr>
        <p:spPr>
          <a:xfrm flipV="1">
            <a:off x="7577584" y="5048158"/>
            <a:ext cx="492989" cy="479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BC4489B-83D9-7A43-CCBA-6F59082E59EA}"/>
              </a:ext>
            </a:extLst>
          </p:cNvPr>
          <p:cNvSpPr txBox="1"/>
          <p:nvPr/>
        </p:nvSpPr>
        <p:spPr>
          <a:xfrm>
            <a:off x="6758666" y="5336197"/>
            <a:ext cx="105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Node2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B90FE0D-AFA6-8E8C-2B9B-8E378CFCC64A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6376946" y="4654567"/>
            <a:ext cx="1330315" cy="7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AB0C25E-9C4D-887B-1B74-13B54C7BA1FA}"/>
              </a:ext>
            </a:extLst>
          </p:cNvPr>
          <p:cNvSpPr txBox="1"/>
          <p:nvPr/>
        </p:nvSpPr>
        <p:spPr>
          <a:xfrm>
            <a:off x="6563353" y="4454345"/>
            <a:ext cx="957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Tail.next</a:t>
            </a:r>
            <a:r>
              <a:rPr lang="en-US" sz="800" dirty="0"/>
              <a:t> = Null</a:t>
            </a:r>
          </a:p>
        </p:txBody>
      </p:sp>
    </p:spTree>
    <p:extLst>
      <p:ext uri="{BB962C8B-B14F-4D97-AF65-F5344CB8AC3E}">
        <p14:creationId xmlns:p14="http://schemas.microsoft.com/office/powerpoint/2010/main" val="2008496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122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Moore</dc:creator>
  <cp:lastModifiedBy>Bradley Moore</cp:lastModifiedBy>
  <cp:revision>1</cp:revision>
  <dcterms:created xsi:type="dcterms:W3CDTF">2025-09-16T15:19:46Z</dcterms:created>
  <dcterms:modified xsi:type="dcterms:W3CDTF">2025-09-17T14:16:20Z</dcterms:modified>
</cp:coreProperties>
</file>